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3474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2026 暑期招生</a:t>
            </a:r>
          </a:p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成人高考开始报名啦</a:t>
            </a:r>
          </a:p>
          <a:p>
            <a:pPr algn="ctr">
              <a:defRPr sz="1600">
                <a:solidFill>
                  <a:srgbClr val="FFE0E0"/>
                </a:solidFill>
              </a:defRPr>
            </a:pPr>
            <a:r>
              <a:t>国家承认学历  ·  学信网可查  ·  低门槛提升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7562088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6647688" cy="548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E65100"/>
                </a:solidFill>
              </a:defRPr>
            </a:pPr>
            <a:r>
              <a:t>暑期名额有限！部分院校专业即将满额，尽早报名优先锁定入学资格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26279"/>
            <a:ext cx="1554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C62828"/>
                </a:solidFill>
              </a:defRPr>
            </a:pPr>
            <a:r>
              <a:t>01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33333"/>
                </a:solidFill>
              </a:defRPr>
            </a:pPr>
            <a:r>
              <a:t>国家承认学历</a:t>
            </a:r>
          </a:p>
          <a:p>
            <a:pPr algn="ctr">
              <a:defRPr sz="900">
                <a:solidFill>
                  <a:srgbClr val="888888"/>
                </a:solidFill>
              </a:defRPr>
            </a:pPr>
            <a:r>
              <a:t>学信网终身可查</a:t>
            </a:r>
            <a:br/>
            <a:r>
              <a:t>求职晋升考公均适用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0552" y="4526279"/>
            <a:ext cx="1554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C62828"/>
                </a:solidFill>
              </a:defRPr>
            </a:pPr>
            <a:r>
              <a:t>02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33333"/>
                </a:solidFill>
              </a:defRPr>
            </a:pPr>
            <a:r>
              <a:t>院校多专业全</a:t>
            </a:r>
          </a:p>
          <a:p>
            <a:pPr algn="ctr">
              <a:defRPr sz="900">
                <a:solidFill>
                  <a:srgbClr val="888888"/>
                </a:solidFill>
              </a:defRPr>
            </a:pPr>
            <a:r>
              <a:t>管理/教育/工程/</a:t>
            </a:r>
            <a:br/>
            <a:r>
              <a:t>法学/财会全覆盖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9624" y="4526279"/>
            <a:ext cx="1554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C62828"/>
                </a:solidFill>
              </a:defRPr>
            </a:pPr>
            <a:r>
              <a:t>03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33333"/>
                </a:solidFill>
              </a:defRPr>
            </a:pPr>
            <a:r>
              <a:t>考试简单易过</a:t>
            </a:r>
          </a:p>
          <a:p>
            <a:pPr algn="ctr">
              <a:defRPr sz="900">
                <a:solidFill>
                  <a:srgbClr val="888888"/>
                </a:solidFill>
              </a:defRPr>
            </a:pPr>
            <a:r>
              <a:t>难度适中</a:t>
            </a:r>
            <a:br/>
            <a:r>
              <a:t>适合在职人员提升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5568696" y="4526279"/>
            <a:ext cx="1554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600" b="1">
                <a:solidFill>
                  <a:srgbClr val="C62828"/>
                </a:solidFill>
              </a:defRPr>
            </a:pPr>
            <a:r>
              <a:t>04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33333"/>
                </a:solidFill>
              </a:defRPr>
            </a:pPr>
            <a:r>
              <a:t>全程指导服务</a:t>
            </a:r>
          </a:p>
          <a:p>
            <a:pPr algn="ctr">
              <a:defRPr sz="900">
                <a:solidFill>
                  <a:srgbClr val="888888"/>
                </a:solidFill>
              </a:defRPr>
            </a:pPr>
            <a:r>
              <a:t>从报名到毕业</a:t>
            </a:r>
            <a:br/>
            <a:r>
              <a:t>专业老师一对一跟进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80759"/>
            <a:ext cx="6647688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🏫 合作院校（部分）：山东管理学院 · 潍坊学院 · 山东工商学院 · 山东建筑大学 · 山东政法学院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7040879"/>
            <a:ext cx="20574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E65100"/>
                </a:solidFill>
              </a:defRPr>
            </a:pPr>
            <a:r>
              <a:t>高升专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高中/中专 → 大专学历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7040879"/>
            <a:ext cx="20574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E65100"/>
                </a:solidFill>
              </a:defRPr>
            </a:pPr>
            <a:r>
              <a:t>专升本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大专 → 本科学历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6" y="7040879"/>
            <a:ext cx="205740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E65100"/>
                </a:solidFill>
              </a:defRPr>
            </a:pPr>
            <a:r>
              <a:t>高升本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高中/中专 → 本科学历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7818119"/>
            <a:ext cx="4114800" cy="13716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>
                <a:solidFill>
                  <a:srgbClr val="FFE0E0"/>
                </a:solidFill>
              </a:defRPr>
            </a:pPr>
            <a:r>
              <a:t>📞 报名咨询热线</a:t>
            </a:r>
          </a:p>
          <a:p>
            <a:pPr algn="ctr"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19969906634    /    15105305681</a:t>
            </a:r>
          </a:p>
          <a:p>
            <a:pPr algn="ctr">
              <a:defRPr sz="1100">
                <a:solidFill>
                  <a:srgbClr val="FFCCCC"/>
                </a:solidFill>
              </a:defRPr>
            </a:pPr>
            <a:r>
              <a:t>📱 微信同号，欢迎添加咨询</a:t>
            </a:r>
          </a:p>
        </p:txBody>
      </p:sp>
      <p:pic>
        <p:nvPicPr>
          <p:cNvPr id="14" name="Picture 13" descr="zhao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909559"/>
            <a:ext cx="118872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9052559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扫一扫添加招生老师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9372599"/>
            <a:ext cx="29260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333333"/>
                </a:solidFill>
              </a:defRPr>
            </a:pPr>
            <a:r>
              <a:t>chengkaobaoming.fun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0058400"/>
            <a:ext cx="6647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AAAAA"/>
                </a:solidFill>
              </a:defRPr>
            </a:pPr>
            <a:r>
              <a:t>以上信息基于院校招生简章整理，具体报考层次、专业及学费以最新招生老师答复为准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